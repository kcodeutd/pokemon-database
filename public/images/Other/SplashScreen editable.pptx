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 autoAdjust="0"/>
    <p:restoredTop sz="93826" autoAdjust="0"/>
  </p:normalViewPr>
  <p:slideViewPr>
    <p:cSldViewPr snapToGrid="0">
      <p:cViewPr varScale="1">
        <p:scale>
          <a:sx n="100" d="100"/>
          <a:sy n="100" d="100"/>
        </p:scale>
        <p:origin x="12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3499-8668-D672-4591-EADE1C15A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15117-1F9E-B349-AFF9-C939CBC7D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5F961-B5FB-F322-FDD5-A1C00AEC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9CE7C-61E4-0AB1-D057-A8ABFEF6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4980A-F39B-2554-1ECD-97BDE37D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2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EEB5E-B177-BA1B-85AA-C67068AC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65628-D771-2A5D-8054-BB39C45E4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CD9CA-B118-7D42-9B32-9D5451AF2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098E2-5A08-7AC7-6304-7FA381B25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F0F3-47D7-ABE0-4142-4DD478C7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8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87523-2800-CD82-7EDC-6C0079EF2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AE683-1AE0-BDF6-3971-1F08E7A47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45E54-4DCF-E95F-D162-4EF2E7CB8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03959-80E4-D4E9-D23C-F048A76F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246E1-C33D-1B66-8C62-C7A6FF93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8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5153-F96A-32FF-3AED-71651AE5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9905F-B777-D8C2-A8A4-1237CB559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AD0FB-A690-9E21-B157-8708282D4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0527C-B805-E8EA-A735-2151A1E6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6AEF4-BEAB-5AA0-2CC9-7A978D27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F4E5C-575E-6D22-FE00-FACE9E2C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3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B8DD-F41A-68DD-BCB2-2085A3365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D391C-F209-D37D-8365-E732A05CA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CED3D-10F0-0B3F-752B-FFDF1A6D2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5EFF6-6F06-6ED7-C90E-B0618C720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C0A2B-DE3F-39DE-F6C0-C498E8DCC6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29DE6-EC1D-60E1-97CD-005C2EC9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BC6CDE-4F56-1CB6-3CD7-94BB4BF05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3A6F1-A13E-B810-A34E-CDFE8536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5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A780-B534-5A22-B8E9-CCB8A582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9AA999-9FE2-73ED-1A51-F7DF7D9B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A1092-1A90-88B3-BC8C-F3B25C06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FF8BE-871A-0F56-26DB-CC59A9AB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1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AAFDB2-912D-C3AE-C7AB-0706EF61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3AF49A-EE21-056F-85D2-DA28659A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E94CB-2159-411C-A304-D4300ACF9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05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BED80-B42C-184E-BC51-B5E516E79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E5487-2BA4-9CD6-C6DE-B945D1C43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963EB-5B9A-BCFF-DCA0-0F71C3499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A1B2D-EFD7-BEDE-4887-FAE06DB7B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24D43-10F2-E08A-12D5-4CFFAD5C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AE549-5A4C-38BE-AEF0-2F8E34F0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9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F64A-4961-4293-FECE-1B3FFCD2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1D187F-586F-7E43-F392-4217BFF6E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34A21-27E7-31C4-3DDA-108E42D59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552D4-34CC-F725-5526-EADF27FA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C50A7-3BD5-9B95-19A7-B4A50BAB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23956-022A-2861-201D-3D5FF3DA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2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C4A3-EFA5-ED38-4284-D3EF96B73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34B6D-9635-3641-9768-3EFA2E700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47431-7387-182B-D933-F71458FF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50B4F-8F75-7809-B586-8E57899B1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0DCDE-F824-3DC6-AC14-D65469040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5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1E3719-AE8F-4C74-45FF-56181C21A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4F202-8A24-1ACB-154F-F530CCD32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A58A4-6DA2-A6BA-8F90-F257E897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18DF2-1706-3966-B594-0E6B76130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79FE3-995A-51DF-CE48-3BA92DDE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5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4B7A8-5E3C-A83D-F7D4-FFE5B5541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4AC17-0C39-EFB3-8C1F-6D158CFFD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05675-CA7B-89A4-914C-B02A9492B1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64AB2-4566-4DFE-8AFF-7773475863AC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2CC70-8F7F-F612-A467-5CC9B2793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98929-1EF3-FA10-ABB1-6783E1022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957C5-CA8E-4255-AA14-B8481F06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91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dit GBA Pokémon Title Screen Background : 9 Steps - Instructables">
            <a:extLst>
              <a:ext uri="{FF2B5EF4-FFF2-40B4-BE49-F238E27FC236}">
                <a16:creationId xmlns:a16="http://schemas.microsoft.com/office/drawing/2014/main" id="{6E944151-6050-AE03-861B-9F1FEF8684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29" b="197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71A905DE-58F5-212D-74E3-8D905D8FB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458" y="311427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DEB0E0A2-8CA0-B756-E19A-0DE0855DEB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5197370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73915BFF-17F9-9671-22DE-1711FB574C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4269005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B98F15AA-F1EA-75AC-BDC9-1A6994C638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3295576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9A3536D3-4A0D-3DFB-BAEF-8DB71CBAE2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5170426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03235E12-F287-DA07-BC53-02FF8B200F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6" y="4250696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1DEB2C7C-C759-1F84-5B94-24291F5E41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3360792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BB15498-8A78-05E6-47B0-2672F91E43E8}"/>
              </a:ext>
            </a:extLst>
          </p:cNvPr>
          <p:cNvSpPr txBox="1"/>
          <p:nvPr/>
        </p:nvSpPr>
        <p:spPr>
          <a:xfrm>
            <a:off x="3492600" y="3566602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Pokédex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605C2-B801-D219-EECB-803ADF1871C1}"/>
              </a:ext>
            </a:extLst>
          </p:cNvPr>
          <p:cNvSpPr txBox="1"/>
          <p:nvPr/>
        </p:nvSpPr>
        <p:spPr>
          <a:xfrm>
            <a:off x="3492600" y="4479424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2EAFF9-D2C5-9A2F-8EA1-39075233A0BD}"/>
              </a:ext>
            </a:extLst>
          </p:cNvPr>
          <p:cNvSpPr txBox="1"/>
          <p:nvPr/>
        </p:nvSpPr>
        <p:spPr>
          <a:xfrm>
            <a:off x="3492600" y="5428580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the Devs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7D7641-70F4-24BC-0FE4-E890A5E45038}"/>
              </a:ext>
            </a:extLst>
          </p:cNvPr>
          <p:cNvSpPr txBox="1"/>
          <p:nvPr/>
        </p:nvSpPr>
        <p:spPr>
          <a:xfrm>
            <a:off x="6867428" y="3601103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99389C-D121-875F-AEA5-CE57FE7765C0}"/>
              </a:ext>
            </a:extLst>
          </p:cNvPr>
          <p:cNvSpPr txBox="1"/>
          <p:nvPr/>
        </p:nvSpPr>
        <p:spPr>
          <a:xfrm>
            <a:off x="6665863" y="4539236"/>
            <a:ext cx="299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50A96C-652C-E5BF-EEC0-7E075B41A01B}"/>
              </a:ext>
            </a:extLst>
          </p:cNvPr>
          <p:cNvSpPr txBox="1"/>
          <p:nvPr/>
        </p:nvSpPr>
        <p:spPr>
          <a:xfrm>
            <a:off x="6751528" y="544744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3939192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A5CEC-CCD4-65C6-6873-C74EDC71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dit GBA Pokémon Title Screen Background : 9 Steps - Instructables">
            <a:extLst>
              <a:ext uri="{FF2B5EF4-FFF2-40B4-BE49-F238E27FC236}">
                <a16:creationId xmlns:a16="http://schemas.microsoft.com/office/drawing/2014/main" id="{FD5D8E55-72FE-CA73-12D3-592FF64256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29" b="19700"/>
          <a:stretch/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18DB1813-5926-97C7-F229-420896FB6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458" y="311427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35E91D00-DF57-C12F-DB9D-B455C921A3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5197370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320A4FB6-C703-73EC-61FF-31F445A19E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4269005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D593660E-2D1D-81B2-1FCD-34CC81E4DF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3295576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505B0E6B-5CD1-0FFE-2F72-441EA7049A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5170426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DFBF0EAA-9393-2B39-7D08-B754D055BF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6" y="4250696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01FA4C76-2515-BFFE-4E15-369BA85E6C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3360792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88BA9C-4807-CB72-7A3A-266D6C4E8229}"/>
              </a:ext>
            </a:extLst>
          </p:cNvPr>
          <p:cNvSpPr txBox="1"/>
          <p:nvPr/>
        </p:nvSpPr>
        <p:spPr>
          <a:xfrm>
            <a:off x="3492600" y="3566602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Pokédex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4450D1-2ED8-402C-BA9C-9890B78341DD}"/>
              </a:ext>
            </a:extLst>
          </p:cNvPr>
          <p:cNvSpPr txBox="1"/>
          <p:nvPr/>
        </p:nvSpPr>
        <p:spPr>
          <a:xfrm>
            <a:off x="3492600" y="4479424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EA07D0-17B5-6CB5-26A7-F9D86089EC63}"/>
              </a:ext>
            </a:extLst>
          </p:cNvPr>
          <p:cNvSpPr txBox="1"/>
          <p:nvPr/>
        </p:nvSpPr>
        <p:spPr>
          <a:xfrm>
            <a:off x="3492600" y="5428580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the Devs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176BC9-15BD-FD7A-23C1-48C7833A262E}"/>
              </a:ext>
            </a:extLst>
          </p:cNvPr>
          <p:cNvSpPr txBox="1"/>
          <p:nvPr/>
        </p:nvSpPr>
        <p:spPr>
          <a:xfrm>
            <a:off x="6867428" y="3601103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FF2251-32A9-CA9F-D01C-700D4162C627}"/>
              </a:ext>
            </a:extLst>
          </p:cNvPr>
          <p:cNvSpPr txBox="1"/>
          <p:nvPr/>
        </p:nvSpPr>
        <p:spPr>
          <a:xfrm>
            <a:off x="6665863" y="4539236"/>
            <a:ext cx="299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AFE4A4-2DD4-1A1D-3601-EB46BB39795A}"/>
              </a:ext>
            </a:extLst>
          </p:cNvPr>
          <p:cNvSpPr txBox="1"/>
          <p:nvPr/>
        </p:nvSpPr>
        <p:spPr>
          <a:xfrm>
            <a:off x="6751528" y="544744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3298327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F59C5-EA19-DD22-6068-86A6385E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dit GBA Pokémon Title Screen Background : 9 Steps - Instructables">
            <a:extLst>
              <a:ext uri="{FF2B5EF4-FFF2-40B4-BE49-F238E27FC236}">
                <a16:creationId xmlns:a16="http://schemas.microsoft.com/office/drawing/2014/main" id="{2A9859F9-9521-EA11-DFF0-2F400A7529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29" b="197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CB3A47B9-38B4-68DC-944F-CC24565E1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458" y="311427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642C0238-9050-C88C-F8BC-D8FE20D8C3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5197370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90D45A21-D85F-6DCA-233E-3022202D5C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4269005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E5D182C3-F4E6-E58A-D479-21CAFB6406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3295576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FFC321B7-334E-B4BC-EC6A-D31080BC7F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5170426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720FD849-F36B-3288-7383-F32640DB02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6" y="4250696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46BAE9C3-6E10-3365-2360-5ADCAD01E4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3360792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249610-47FA-5E15-9A0C-251F5D254F3E}"/>
              </a:ext>
            </a:extLst>
          </p:cNvPr>
          <p:cNvSpPr txBox="1"/>
          <p:nvPr/>
        </p:nvSpPr>
        <p:spPr>
          <a:xfrm>
            <a:off x="3492600" y="3566602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Pokédex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5F2146-D9BD-4872-B8B4-4C094A45A816}"/>
              </a:ext>
            </a:extLst>
          </p:cNvPr>
          <p:cNvSpPr txBox="1"/>
          <p:nvPr/>
        </p:nvSpPr>
        <p:spPr>
          <a:xfrm>
            <a:off x="3492600" y="4479424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65DCBD-2B50-0979-4547-D66CF0E1991D}"/>
              </a:ext>
            </a:extLst>
          </p:cNvPr>
          <p:cNvSpPr txBox="1"/>
          <p:nvPr/>
        </p:nvSpPr>
        <p:spPr>
          <a:xfrm>
            <a:off x="3492600" y="5428580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the Devs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64F444-5406-0C57-D1F4-8515789D76A5}"/>
              </a:ext>
            </a:extLst>
          </p:cNvPr>
          <p:cNvSpPr txBox="1"/>
          <p:nvPr/>
        </p:nvSpPr>
        <p:spPr>
          <a:xfrm>
            <a:off x="6867428" y="3601103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39F584-7A49-2DA4-E9EF-769A5C16DDC9}"/>
              </a:ext>
            </a:extLst>
          </p:cNvPr>
          <p:cNvSpPr txBox="1"/>
          <p:nvPr/>
        </p:nvSpPr>
        <p:spPr>
          <a:xfrm>
            <a:off x="6665863" y="4539236"/>
            <a:ext cx="299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7970A5-C4EC-F345-E85B-3F441B9B03EF}"/>
              </a:ext>
            </a:extLst>
          </p:cNvPr>
          <p:cNvSpPr txBox="1"/>
          <p:nvPr/>
        </p:nvSpPr>
        <p:spPr>
          <a:xfrm>
            <a:off x="6751528" y="544744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9737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8FDB2-DF98-D0D3-B0EB-1ABFC5BF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dit GBA Pokémon Title Screen Background : 9 Steps - Instructables">
            <a:extLst>
              <a:ext uri="{FF2B5EF4-FFF2-40B4-BE49-F238E27FC236}">
                <a16:creationId xmlns:a16="http://schemas.microsoft.com/office/drawing/2014/main" id="{AA69FA57-C32A-E473-C28A-1154AB682D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29" b="19700"/>
          <a:stretch/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0C9D4C5F-D243-288C-A376-0A2EA2ABF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458" y="311427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0D864B90-BC52-A9FB-9D71-1779837924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5197370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46C2081C-F576-987B-577C-39E68A168F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4269005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99C606F9-7212-616E-532E-D9BB57D47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3295576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97254123-3354-E740-B1A1-DBE5379607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5170426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E4028171-8DAC-C214-5458-2CACDBA19C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6" y="4250696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659CC4A6-A209-02F8-B3F2-E6740F1D31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3360792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38F643-1C51-5A00-513A-79BBC991D786}"/>
              </a:ext>
            </a:extLst>
          </p:cNvPr>
          <p:cNvSpPr txBox="1"/>
          <p:nvPr/>
        </p:nvSpPr>
        <p:spPr>
          <a:xfrm>
            <a:off x="3492600" y="3566602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Pokédex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9025B6-F10C-8486-E6D7-C3279E664CDB}"/>
              </a:ext>
            </a:extLst>
          </p:cNvPr>
          <p:cNvSpPr txBox="1"/>
          <p:nvPr/>
        </p:nvSpPr>
        <p:spPr>
          <a:xfrm>
            <a:off x="3492600" y="4479424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31677D-F2DC-CAF6-F7CF-A974F05166AB}"/>
              </a:ext>
            </a:extLst>
          </p:cNvPr>
          <p:cNvSpPr txBox="1"/>
          <p:nvPr/>
        </p:nvSpPr>
        <p:spPr>
          <a:xfrm>
            <a:off x="3492600" y="5428580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the Devs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B2188A-635F-EB05-CC26-EC359B94D79F}"/>
              </a:ext>
            </a:extLst>
          </p:cNvPr>
          <p:cNvSpPr txBox="1"/>
          <p:nvPr/>
        </p:nvSpPr>
        <p:spPr>
          <a:xfrm>
            <a:off x="6867428" y="3601103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99B059-E3C8-9D3C-8E05-6010EE879668}"/>
              </a:ext>
            </a:extLst>
          </p:cNvPr>
          <p:cNvSpPr txBox="1"/>
          <p:nvPr/>
        </p:nvSpPr>
        <p:spPr>
          <a:xfrm>
            <a:off x="6665863" y="4539236"/>
            <a:ext cx="299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DA13DD-9654-9E8B-A74E-872AB6C34EB3}"/>
              </a:ext>
            </a:extLst>
          </p:cNvPr>
          <p:cNvSpPr txBox="1"/>
          <p:nvPr/>
        </p:nvSpPr>
        <p:spPr>
          <a:xfrm>
            <a:off x="6751528" y="544744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2191556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5668-C3BC-EF95-18A9-1E8DB98D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dit GBA Pokémon Title Screen Background : 9 Steps - Instructables">
            <a:extLst>
              <a:ext uri="{FF2B5EF4-FFF2-40B4-BE49-F238E27FC236}">
                <a16:creationId xmlns:a16="http://schemas.microsoft.com/office/drawing/2014/main" id="{9782634E-8CF7-4F0E-9E66-36090339BC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FFFF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29" b="197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1B1F3389-7F18-7293-6854-B00FFE9C7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458" y="311427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56FAC071-3902-26DC-11D7-C9CFFEEF6D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5197370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6A2DAA97-8D31-8F5A-BCF2-D3AD9872ED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4269005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F36C8955-E27D-3280-16D2-AD02F99779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3295576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FCFD5DF2-3776-7FB2-ECC1-811A7C6C8A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5170426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046D34F7-E04E-2DB4-6FAE-7448BD5BA3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6" y="4250696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27AB41DD-FA83-95BC-7FAF-216D30C896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3360792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3D20F21-F6D6-EF15-54F2-5F174F2AB734}"/>
              </a:ext>
            </a:extLst>
          </p:cNvPr>
          <p:cNvSpPr txBox="1"/>
          <p:nvPr/>
        </p:nvSpPr>
        <p:spPr>
          <a:xfrm>
            <a:off x="3492600" y="3566602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Pokédex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5A94C7-9D67-4390-68B9-27885C12791C}"/>
              </a:ext>
            </a:extLst>
          </p:cNvPr>
          <p:cNvSpPr txBox="1"/>
          <p:nvPr/>
        </p:nvSpPr>
        <p:spPr>
          <a:xfrm>
            <a:off x="3492600" y="4479424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F49C6C-8848-279E-D132-D9B6A8E77566}"/>
              </a:ext>
            </a:extLst>
          </p:cNvPr>
          <p:cNvSpPr txBox="1"/>
          <p:nvPr/>
        </p:nvSpPr>
        <p:spPr>
          <a:xfrm>
            <a:off x="3492600" y="5428580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the Devs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3A63C6-F909-00AE-2819-656DCAC76380}"/>
              </a:ext>
            </a:extLst>
          </p:cNvPr>
          <p:cNvSpPr txBox="1"/>
          <p:nvPr/>
        </p:nvSpPr>
        <p:spPr>
          <a:xfrm>
            <a:off x="6867428" y="3601103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14EB8-2B49-4353-45B8-6EDA953D61A2}"/>
              </a:ext>
            </a:extLst>
          </p:cNvPr>
          <p:cNvSpPr txBox="1"/>
          <p:nvPr/>
        </p:nvSpPr>
        <p:spPr>
          <a:xfrm>
            <a:off x="6665863" y="4539236"/>
            <a:ext cx="299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DFA4C8-8D74-F8BE-D0F1-51F5298C4CFB}"/>
              </a:ext>
            </a:extLst>
          </p:cNvPr>
          <p:cNvSpPr txBox="1"/>
          <p:nvPr/>
        </p:nvSpPr>
        <p:spPr>
          <a:xfrm>
            <a:off x="6751528" y="544744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3304922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8C4B3-BAAE-C330-FF2A-7B19856F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dit GBA Pokémon Title Screen Background : 9 Steps - Instructables">
            <a:extLst>
              <a:ext uri="{FF2B5EF4-FFF2-40B4-BE49-F238E27FC236}">
                <a16:creationId xmlns:a16="http://schemas.microsoft.com/office/drawing/2014/main" id="{06DB02AF-FAAB-3527-DFDE-EEFB63B550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FFFF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29" b="19700"/>
          <a:stretch/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CA5A94CE-208E-D2F3-2D1C-19E085321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458" y="311427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4F2D7BFB-B7C2-C18E-4351-EB931FA138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5197370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D02802E9-4B53-874D-0F07-9A347CE8A3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4269005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D26CE42C-92ED-D58E-EE17-3CE88B1B2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3295576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5D20072A-D27B-2187-1389-D8FA5EC875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5170426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DFC6DA09-B5FA-3698-EEEB-216B84AB3C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6" y="4250696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E686ACDC-6AE6-923C-2D75-264D41F3CD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3360792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EFDFEC-2E44-8689-5529-BFD17F587701}"/>
              </a:ext>
            </a:extLst>
          </p:cNvPr>
          <p:cNvSpPr txBox="1"/>
          <p:nvPr/>
        </p:nvSpPr>
        <p:spPr>
          <a:xfrm>
            <a:off x="3492600" y="3566602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Pokédex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6234E0-B50A-1A87-E60C-4E31FE1914F8}"/>
              </a:ext>
            </a:extLst>
          </p:cNvPr>
          <p:cNvSpPr txBox="1"/>
          <p:nvPr/>
        </p:nvSpPr>
        <p:spPr>
          <a:xfrm>
            <a:off x="3492600" y="4479424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7DC8C4-9AD0-C45E-D4EB-1D6032E38B4B}"/>
              </a:ext>
            </a:extLst>
          </p:cNvPr>
          <p:cNvSpPr txBox="1"/>
          <p:nvPr/>
        </p:nvSpPr>
        <p:spPr>
          <a:xfrm>
            <a:off x="3492600" y="5428580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the Devs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B5421A-EEC6-CF04-9F79-4DC62729161B}"/>
              </a:ext>
            </a:extLst>
          </p:cNvPr>
          <p:cNvSpPr txBox="1"/>
          <p:nvPr/>
        </p:nvSpPr>
        <p:spPr>
          <a:xfrm>
            <a:off x="6867428" y="3601103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E50EC6-98BB-B1C9-8C22-D584E2DA8B0D}"/>
              </a:ext>
            </a:extLst>
          </p:cNvPr>
          <p:cNvSpPr txBox="1"/>
          <p:nvPr/>
        </p:nvSpPr>
        <p:spPr>
          <a:xfrm>
            <a:off x="6665863" y="4539236"/>
            <a:ext cx="299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F7064C-2614-3A31-DB7A-79B3EADD9917}"/>
              </a:ext>
            </a:extLst>
          </p:cNvPr>
          <p:cNvSpPr txBox="1"/>
          <p:nvPr/>
        </p:nvSpPr>
        <p:spPr>
          <a:xfrm>
            <a:off x="6751528" y="544744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1049902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9506-822E-2057-0714-E2D9A5F0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dit GBA Pokémon Title Screen Background : 9 Steps - Instructables">
            <a:extLst>
              <a:ext uri="{FF2B5EF4-FFF2-40B4-BE49-F238E27FC236}">
                <a16:creationId xmlns:a16="http://schemas.microsoft.com/office/drawing/2014/main" id="{7631B35B-1492-6192-D515-972DBDB1BF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29" b="197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C2A592FB-ECA2-85E9-A2B1-3FA8307F5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458" y="311427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3D12788D-1AB6-5A86-64A7-B05A20AC93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5197370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7DF06977-866B-3F6E-14AF-DF29C765ED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4269005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A394E6F5-D6E9-ACAF-5FB0-D67D99EE0C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3295576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26290EE3-7B88-B7B2-2A7D-01F40751FB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5170426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736041F9-EC27-337C-510F-F965F1B78E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6" y="4250696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ABE28CEA-3349-A7B6-3D9A-B962AF8D78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3360792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C0DAE9-0B7D-A1B9-838A-E458018E7A1C}"/>
              </a:ext>
            </a:extLst>
          </p:cNvPr>
          <p:cNvSpPr txBox="1"/>
          <p:nvPr/>
        </p:nvSpPr>
        <p:spPr>
          <a:xfrm>
            <a:off x="3492600" y="3566602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Pokédex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28A093-CC0E-0AFB-5B20-BB64C41781A0}"/>
              </a:ext>
            </a:extLst>
          </p:cNvPr>
          <p:cNvSpPr txBox="1"/>
          <p:nvPr/>
        </p:nvSpPr>
        <p:spPr>
          <a:xfrm>
            <a:off x="3492600" y="4479424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A67B2B-53CB-F654-5AE3-BF0BA004FA1E}"/>
              </a:ext>
            </a:extLst>
          </p:cNvPr>
          <p:cNvSpPr txBox="1"/>
          <p:nvPr/>
        </p:nvSpPr>
        <p:spPr>
          <a:xfrm>
            <a:off x="3492600" y="5428580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the Devs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9911CB-2820-474D-6C64-EA074C09BCE0}"/>
              </a:ext>
            </a:extLst>
          </p:cNvPr>
          <p:cNvSpPr txBox="1"/>
          <p:nvPr/>
        </p:nvSpPr>
        <p:spPr>
          <a:xfrm>
            <a:off x="6867428" y="3601103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80DF86-685F-EFD3-D724-96051C95A9E1}"/>
              </a:ext>
            </a:extLst>
          </p:cNvPr>
          <p:cNvSpPr txBox="1"/>
          <p:nvPr/>
        </p:nvSpPr>
        <p:spPr>
          <a:xfrm>
            <a:off x="6665863" y="4539236"/>
            <a:ext cx="299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93B4DA-9A62-84FF-32DF-E74A04C7FE47}"/>
              </a:ext>
            </a:extLst>
          </p:cNvPr>
          <p:cNvSpPr txBox="1"/>
          <p:nvPr/>
        </p:nvSpPr>
        <p:spPr>
          <a:xfrm>
            <a:off x="6751528" y="544744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250565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16804-2392-8A4E-0EB1-D973931E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dit GBA Pokémon Title Screen Background : 9 Steps - Instructables">
            <a:extLst>
              <a:ext uri="{FF2B5EF4-FFF2-40B4-BE49-F238E27FC236}">
                <a16:creationId xmlns:a16="http://schemas.microsoft.com/office/drawing/2014/main" id="{537976FD-73A1-CE69-DEEA-C5E832D2D3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29" b="19700"/>
          <a:stretch/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E31D415E-5E52-759C-F47A-5BB8C9C91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458" y="311427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907226FB-9C7A-C3B7-56EB-2C18275F3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5197370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1E3B3C80-407C-6E4F-136F-0983DC297D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4269005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7D10A043-71A2-D563-8D27-CB8BA7610D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3295576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F05D166C-6BC9-F51C-416F-3B7BE67790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5170426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7AC7B89A-E68B-18C4-93C1-284DAD5C2D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6" y="4250696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108FADE6-F685-9529-1E22-6A1146C0D4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3360792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F8555B-84E0-FB0C-CEFE-32B08194DAAD}"/>
              </a:ext>
            </a:extLst>
          </p:cNvPr>
          <p:cNvSpPr txBox="1"/>
          <p:nvPr/>
        </p:nvSpPr>
        <p:spPr>
          <a:xfrm>
            <a:off x="3492600" y="3566602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Pokédex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DD0C3E-9A54-C878-C24E-FFBEC475C302}"/>
              </a:ext>
            </a:extLst>
          </p:cNvPr>
          <p:cNvSpPr txBox="1"/>
          <p:nvPr/>
        </p:nvSpPr>
        <p:spPr>
          <a:xfrm>
            <a:off x="3492600" y="4479424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716159-FBC8-BFE2-36FB-F669480BA875}"/>
              </a:ext>
            </a:extLst>
          </p:cNvPr>
          <p:cNvSpPr txBox="1"/>
          <p:nvPr/>
        </p:nvSpPr>
        <p:spPr>
          <a:xfrm>
            <a:off x="3492600" y="5428580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the Devs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881BDE-EBB0-D13F-AE6E-37643999674F}"/>
              </a:ext>
            </a:extLst>
          </p:cNvPr>
          <p:cNvSpPr txBox="1"/>
          <p:nvPr/>
        </p:nvSpPr>
        <p:spPr>
          <a:xfrm>
            <a:off x="6867428" y="3601103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838BE8-9205-5E81-9764-1545855B2754}"/>
              </a:ext>
            </a:extLst>
          </p:cNvPr>
          <p:cNvSpPr txBox="1"/>
          <p:nvPr/>
        </p:nvSpPr>
        <p:spPr>
          <a:xfrm>
            <a:off x="6665863" y="4539236"/>
            <a:ext cx="299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CE6C0B-983B-5FB8-95C8-9E692ED49D8D}"/>
              </a:ext>
            </a:extLst>
          </p:cNvPr>
          <p:cNvSpPr txBox="1"/>
          <p:nvPr/>
        </p:nvSpPr>
        <p:spPr>
          <a:xfrm>
            <a:off x="6751528" y="544744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1827619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C9E05-85EF-A8F1-E8BD-327AE8D44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dit GBA Pokémon Title Screen Background : 9 Steps - Instructables">
            <a:extLst>
              <a:ext uri="{FF2B5EF4-FFF2-40B4-BE49-F238E27FC236}">
                <a16:creationId xmlns:a16="http://schemas.microsoft.com/office/drawing/2014/main" id="{402A0C4E-ACDD-52F6-F433-744EFF4466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29" b="197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802542BB-17FC-2DC6-99D6-480BAA7B5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458" y="311427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058E36A1-8A54-5A94-5BA0-3425AFDA80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5197370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A8845F34-4FFF-1887-A37F-F4454C9B12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4269005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0E39799B-2322-6B13-F01F-05C1C243CB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3295576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F2EC3022-8FC6-6F32-1C75-94CD273C94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5170426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8AD2B0DE-E093-A96A-472F-DC19805B3A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6" y="4250696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CE775834-167A-C20B-A09A-3104D13EC4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3360792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5A6B8C-49A5-087D-ADD1-86BE977624D7}"/>
              </a:ext>
            </a:extLst>
          </p:cNvPr>
          <p:cNvSpPr txBox="1"/>
          <p:nvPr/>
        </p:nvSpPr>
        <p:spPr>
          <a:xfrm>
            <a:off x="3492600" y="3566602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Pokédex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03230E-3B47-12AB-11F3-F3C5F14B141A}"/>
              </a:ext>
            </a:extLst>
          </p:cNvPr>
          <p:cNvSpPr txBox="1"/>
          <p:nvPr/>
        </p:nvSpPr>
        <p:spPr>
          <a:xfrm>
            <a:off x="3492600" y="4479424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6B4DC7-6961-B713-E834-CCC7719CFDC8}"/>
              </a:ext>
            </a:extLst>
          </p:cNvPr>
          <p:cNvSpPr txBox="1"/>
          <p:nvPr/>
        </p:nvSpPr>
        <p:spPr>
          <a:xfrm>
            <a:off x="3492600" y="5428580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the Devs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DCF9D5-2F39-9D13-10E5-9B5B89E7568D}"/>
              </a:ext>
            </a:extLst>
          </p:cNvPr>
          <p:cNvSpPr txBox="1"/>
          <p:nvPr/>
        </p:nvSpPr>
        <p:spPr>
          <a:xfrm>
            <a:off x="6867428" y="3601103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8B120F-6328-46AC-E16C-B42A226DC91D}"/>
              </a:ext>
            </a:extLst>
          </p:cNvPr>
          <p:cNvSpPr txBox="1"/>
          <p:nvPr/>
        </p:nvSpPr>
        <p:spPr>
          <a:xfrm>
            <a:off x="6665863" y="4539236"/>
            <a:ext cx="299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571AB8-9742-C63F-56D4-968449F9664D}"/>
              </a:ext>
            </a:extLst>
          </p:cNvPr>
          <p:cNvSpPr txBox="1"/>
          <p:nvPr/>
        </p:nvSpPr>
        <p:spPr>
          <a:xfrm>
            <a:off x="6751528" y="544744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88435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7D8A-37A0-AF30-D854-B4639371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dit GBA Pokémon Title Screen Background : 9 Steps - Instructables">
            <a:extLst>
              <a:ext uri="{FF2B5EF4-FFF2-40B4-BE49-F238E27FC236}">
                <a16:creationId xmlns:a16="http://schemas.microsoft.com/office/drawing/2014/main" id="{D53363AE-E958-8D1B-7ED4-6BD4FC58A1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29" b="19700"/>
          <a:stretch/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7AAE1A25-79DD-ADE8-5524-25992BA63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458" y="311427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070E14F1-E1F5-D62D-2CE8-0A9ACE9200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5197370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E6D97F33-F42E-D3BA-BE05-9302EBCE06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4269005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F53D689B-3DFC-7FA8-6DEE-008EEABE1B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3295576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61999AA1-3F8D-8B7E-EDC6-33C08508F5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8" y="5170426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E16351D5-FC44-16D7-7584-613E6C7646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76" y="4250696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EAD7BBC6-D20E-5E9D-5092-5979099C7C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86" y="3360792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BFA991-9E5C-5568-9679-1C52AD14F57A}"/>
              </a:ext>
            </a:extLst>
          </p:cNvPr>
          <p:cNvSpPr txBox="1"/>
          <p:nvPr/>
        </p:nvSpPr>
        <p:spPr>
          <a:xfrm>
            <a:off x="3492600" y="3566602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Pokédex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EB6183-BB64-0638-3270-51687830FDF9}"/>
              </a:ext>
            </a:extLst>
          </p:cNvPr>
          <p:cNvSpPr txBox="1"/>
          <p:nvPr/>
        </p:nvSpPr>
        <p:spPr>
          <a:xfrm>
            <a:off x="3492600" y="4479424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D04345-D27C-BFFF-671C-D762F6A64596}"/>
              </a:ext>
            </a:extLst>
          </p:cNvPr>
          <p:cNvSpPr txBox="1"/>
          <p:nvPr/>
        </p:nvSpPr>
        <p:spPr>
          <a:xfrm>
            <a:off x="3492600" y="5428580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the Devs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7EBAC6-AA30-DBEC-C709-2A3E0473C9E2}"/>
              </a:ext>
            </a:extLst>
          </p:cNvPr>
          <p:cNvSpPr txBox="1"/>
          <p:nvPr/>
        </p:nvSpPr>
        <p:spPr>
          <a:xfrm>
            <a:off x="6867428" y="3601103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C91846-BF65-E4AE-3036-423815AEEB1F}"/>
              </a:ext>
            </a:extLst>
          </p:cNvPr>
          <p:cNvSpPr txBox="1"/>
          <p:nvPr/>
        </p:nvSpPr>
        <p:spPr>
          <a:xfrm>
            <a:off x="6665863" y="4539236"/>
            <a:ext cx="299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0DD77E-7806-8E5F-705C-906C57A798EE}"/>
              </a:ext>
            </a:extLst>
          </p:cNvPr>
          <p:cNvSpPr txBox="1"/>
          <p:nvPr/>
        </p:nvSpPr>
        <p:spPr>
          <a:xfrm>
            <a:off x="6751528" y="5447449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1471986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30D7-7CDA-C835-C873-12672E0EB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grid with grey squares&#10;&#10;Description automatically generated with medium confidence">
            <a:extLst>
              <a:ext uri="{FF2B5EF4-FFF2-40B4-BE49-F238E27FC236}">
                <a16:creationId xmlns:a16="http://schemas.microsoft.com/office/drawing/2014/main" id="{C2E6F7BD-45BB-F9EB-047B-4719949C8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7526"/>
          </a:xfrm>
          <a:prstGeom prst="rect">
            <a:avLst/>
          </a:prstGeom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344410A8-B50C-304B-C8D4-6B570AC7C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33" y="1949578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ABC8249A-9A57-D448-CFBB-750913C833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218" y="3899205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4D0FA79F-B9A4-65E4-0113-B8DAF14C9D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217" y="2644894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E28F6855-5482-B8CE-6849-474CD164D4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885" y="1309220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5FB0F14E-A6A5-3A0E-1843-8BBC6BD6A3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10" y="3872261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BAC931D9-0B48-0AC9-E62F-5EF11B26C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07" y="2626585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63A2E8B3-92D1-AF19-F92D-9765655B62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693" y="1374436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48037A-A019-CBF9-25F1-094753CEE600}"/>
              </a:ext>
            </a:extLst>
          </p:cNvPr>
          <p:cNvSpPr txBox="1"/>
          <p:nvPr/>
        </p:nvSpPr>
        <p:spPr>
          <a:xfrm>
            <a:off x="6310407" y="1580246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Pokédex</a:t>
            </a:r>
          </a:p>
        </p:txBody>
      </p:sp>
      <p:pic>
        <p:nvPicPr>
          <p:cNvPr id="22" name="Picture 21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272AE48A-7EE9-E2DB-BFD3-4A4597ED23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610" y="2616641"/>
            <a:ext cx="2380950" cy="7809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18F455-A970-A63F-DBE3-3B21522898BF}"/>
              </a:ext>
            </a:extLst>
          </p:cNvPr>
          <p:cNvSpPr txBox="1"/>
          <p:nvPr/>
        </p:nvSpPr>
        <p:spPr>
          <a:xfrm>
            <a:off x="6319931" y="2855313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332A1C-7CB7-927C-3DA1-C8C110C84087}"/>
              </a:ext>
            </a:extLst>
          </p:cNvPr>
          <p:cNvSpPr txBox="1"/>
          <p:nvPr/>
        </p:nvSpPr>
        <p:spPr>
          <a:xfrm>
            <a:off x="6310407" y="4130415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About the Devs</a:t>
            </a:r>
          </a:p>
        </p:txBody>
      </p:sp>
      <p:pic>
        <p:nvPicPr>
          <p:cNvPr id="24" name="Picture 23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14653AC5-D6F9-0ACA-9073-D0933AA21B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217" y="1365683"/>
            <a:ext cx="2380950" cy="780952"/>
          </a:xfrm>
          <a:prstGeom prst="rect">
            <a:avLst/>
          </a:prstGeom>
        </p:spPr>
      </p:pic>
      <p:pic>
        <p:nvPicPr>
          <p:cNvPr id="23" name="Picture 22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75BFA6AD-7526-7374-A1EC-55B9D1588F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202" y="3915352"/>
            <a:ext cx="2380950" cy="7809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3D7323D-55AF-303D-BF41-5E7C3FD6563F}"/>
              </a:ext>
            </a:extLst>
          </p:cNvPr>
          <p:cNvSpPr txBox="1"/>
          <p:nvPr/>
        </p:nvSpPr>
        <p:spPr>
          <a:xfrm>
            <a:off x="9685235" y="1614747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3F1E13-CC78-7F3B-67CC-120AEE659121}"/>
              </a:ext>
            </a:extLst>
          </p:cNvPr>
          <p:cNvSpPr txBox="1"/>
          <p:nvPr/>
        </p:nvSpPr>
        <p:spPr>
          <a:xfrm>
            <a:off x="9472058" y="2920684"/>
            <a:ext cx="223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789A39-6B22-338B-EE5C-D61CD1CDD030}"/>
              </a:ext>
            </a:extLst>
          </p:cNvPr>
          <p:cNvSpPr txBox="1"/>
          <p:nvPr/>
        </p:nvSpPr>
        <p:spPr>
          <a:xfrm>
            <a:off x="9578860" y="4149284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2629021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B9ACC-0637-75B3-8EB0-E6FF8B0B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grid with grey squares&#10;&#10;Description automatically generated with medium confidence">
            <a:extLst>
              <a:ext uri="{FF2B5EF4-FFF2-40B4-BE49-F238E27FC236}">
                <a16:creationId xmlns:a16="http://schemas.microsoft.com/office/drawing/2014/main" id="{0FB48C2B-B1DB-F898-7BDA-9045D5AB3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7526"/>
          </a:xfrm>
          <a:prstGeom prst="rect">
            <a:avLst/>
          </a:prstGeom>
        </p:spPr>
      </p:pic>
      <p:pic>
        <p:nvPicPr>
          <p:cNvPr id="1026" name="Picture 2" descr="Pokemon Logo PNG Vector (AI) Free Download">
            <a:extLst>
              <a:ext uri="{FF2B5EF4-FFF2-40B4-BE49-F238E27FC236}">
                <a16:creationId xmlns:a16="http://schemas.microsoft.com/office/drawing/2014/main" id="{401597B7-98BD-6B40-A138-835E07841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05" b="99793" l="3000" r="96200">
                        <a14:foregroundMark x1="9800" y1="16736" x2="9800" y2="16736"/>
                        <a14:foregroundMark x1="6800" y1="18802" x2="7100" y2="37810"/>
                        <a14:foregroundMark x1="3000" y1="23967" x2="3200" y2="30372"/>
                        <a14:foregroundMark x1="54600" y1="8264" x2="54700" y2="6405"/>
                        <a14:foregroundMark x1="90200" y1="44835" x2="91300" y2="54545"/>
                        <a14:foregroundMark x1="96200" y1="34091" x2="95300" y2="40496"/>
                        <a14:foregroundMark x1="23887" y1="82351" x2="29700" y2="84298"/>
                        <a14:foregroundMark x1="18600" y1="80579" x2="19306" y2="80816"/>
                        <a14:foregroundMark x1="29700" y1="84298" x2="37400" y2="82645"/>
                        <a14:foregroundMark x1="35600" y1="85744" x2="22800" y2="88223"/>
                        <a14:foregroundMark x1="20000" y1="91322" x2="17700" y2="91736"/>
                        <a14:foregroundMark x1="17300" y1="82438" x2="16600" y2="91322"/>
                        <a14:foregroundMark x1="15300" y1="86570" x2="15000" y2="95455"/>
                        <a14:foregroundMark x1="14900" y1="89876" x2="15100" y2="99793"/>
                        <a14:foregroundMark x1="20600" y1="92149" x2="20757" y2="85519"/>
                        <a14:foregroundMark x1="28900" y1="80579" x2="28900" y2="84091"/>
                        <a14:foregroundMark x1="32200" y1="76033" x2="32200" y2="83678"/>
                        <a14:foregroundMark x1="36800" y1="77273" x2="36900" y2="82851"/>
                        <a14:foregroundMark x1="42200" y1="84091" x2="60700" y2="78926"/>
                        <a14:foregroundMark x1="61600" y1="78099" x2="56200" y2="88223"/>
                        <a14:foregroundMark x1="57900" y1="72107" x2="58200" y2="77273"/>
                        <a14:foregroundMark x1="56800" y1="68595" x2="56800" y2="68595"/>
                        <a14:foregroundMark x1="51900" y1="77479" x2="51900" y2="77479"/>
                        <a14:foregroundMark x1="42700" y1="79959" x2="42700" y2="79959"/>
                        <a14:foregroundMark x1="67400" y1="79752" x2="67400" y2="79752"/>
                        <a14:foregroundMark x1="67000" y1="72314" x2="67000" y2="72314"/>
                        <a14:foregroundMark x1="59200" y1="76860" x2="59200" y2="76860"/>
                        <a14:foregroundMark x1="67100" y1="79545" x2="67100" y2="79545"/>
                        <a14:foregroundMark x1="67300" y1="78099" x2="67300" y2="78099"/>
                        <a14:foregroundMark x1="66300" y1="76653" x2="67100" y2="80785"/>
                        <a14:foregroundMark x1="66800" y1="73554" x2="65100" y2="85537"/>
                        <a14:foregroundMark x1="66800" y1="82231" x2="77100" y2="83264"/>
                        <a14:foregroundMark x1="80300" y1="89463" x2="87100" y2="89050"/>
                        <a14:foregroundMark x1="85400" y1="78719" x2="85700" y2="87810"/>
                        <a14:foregroundMark x1="87100" y1="80579" x2="87400" y2="94008"/>
                        <a14:foregroundMark x1="88100" y1="80992" x2="88100" y2="80992"/>
                        <a14:foregroundMark x1="88100" y1="80992" x2="88200" y2="88017"/>
                        <a14:foregroundMark x1="92000" y1="82025" x2="91500" y2="91736"/>
                        <a14:foregroundMark x1="91600" y1="94008" x2="91700" y2="97107"/>
                        <a14:foregroundMark x1="92200" y1="94008" x2="92200" y2="94008"/>
                        <a14:foregroundMark x1="17600" y1="79545" x2="17500" y2="82231"/>
                        <a14:backgroundMark x1="17000" y1="34298" x2="16800" y2="33058"/>
                        <a14:backgroundMark x1="29300" y1="23967" x2="30700" y2="30579"/>
                        <a14:backgroundMark x1="48400" y1="19008" x2="47800" y2="19835"/>
                        <a14:backgroundMark x1="43700" y1="36157" x2="43700" y2="36157"/>
                        <a14:backgroundMark x1="51300" y1="31198" x2="51300" y2="31198"/>
                        <a14:backgroundMark x1="60500" y1="22521" x2="60500" y2="22521"/>
                        <a14:backgroundMark x1="59500" y1="32025" x2="59500" y2="32025"/>
                        <a14:backgroundMark x1="55500" y1="16736" x2="55500" y2="16736"/>
                        <a14:backgroundMark x1="80800" y1="26033" x2="80800" y2="26033"/>
                        <a14:backgroundMark x1="91500" y1="26240" x2="91500" y2="26240"/>
                        <a14:backgroundMark x1="39100" y1="19008" x2="39100" y2="19008"/>
                        <a14:backgroundMark x1="21000" y1="83058" x2="21000" y2="83058"/>
                        <a14:backgroundMark x1="20800" y1="83058" x2="22100" y2="81818"/>
                        <a14:backgroundMark x1="21100" y1="81612" x2="21000" y2="80579"/>
                        <a14:backgroundMark x1="22900" y1="81405" x2="22600" y2="82645"/>
                        <a14:backgroundMark x1="21100" y1="72314" x2="21000" y2="81405"/>
                        <a14:backgroundMark x1="17400" y1="92355" x2="17400" y2="92355"/>
                        <a14:backgroundMark x1="17400" y1="91116" x2="17400" y2="91116"/>
                        <a14:backgroundMark x1="17600" y1="91942" x2="17600" y2="91942"/>
                        <a14:backgroundMark x1="13700" y1="98554" x2="14300" y2="99793"/>
                        <a14:backgroundMark x1="15600" y1="99793" x2="15600" y2="99793"/>
                        <a14:backgroundMark x1="15000" y1="99793" x2="15000" y2="99793"/>
                        <a14:backgroundMark x1="45100" y1="81612" x2="45100" y2="81612"/>
                        <a14:backgroundMark x1="44000" y1="82645" x2="44000" y2="82645"/>
                        <a14:backgroundMark x1="56100" y1="81818" x2="56100" y2="8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33" y="1949578"/>
            <a:ext cx="4411084" cy="21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CAB593E3-8846-6E3F-BFA0-9F56D6585D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218" y="3899205"/>
            <a:ext cx="2380949" cy="780952"/>
          </a:xfrm>
          <a:prstGeom prst="rect">
            <a:avLst/>
          </a:prstGeom>
        </p:spPr>
      </p:pic>
      <p:pic>
        <p:nvPicPr>
          <p:cNvPr id="9" name="Picture 8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E093DC71-9901-9C0F-5EA7-15BB1665EE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217" y="2644894"/>
            <a:ext cx="2380950" cy="780952"/>
          </a:xfrm>
          <a:prstGeom prst="rect">
            <a:avLst/>
          </a:prstGeom>
        </p:spPr>
      </p:pic>
      <p:pic>
        <p:nvPicPr>
          <p:cNvPr id="10" name="Picture 9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D9C0E00F-94AF-1DE5-48C0-38AC258688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885" y="1309220"/>
            <a:ext cx="2380950" cy="780952"/>
          </a:xfrm>
          <a:prstGeom prst="rect">
            <a:avLst/>
          </a:prstGeom>
        </p:spPr>
      </p:pic>
      <p:pic>
        <p:nvPicPr>
          <p:cNvPr id="11" name="Picture 10" descr="A blue rectangle with white border&#10;&#10;Description automatically generated">
            <a:extLst>
              <a:ext uri="{FF2B5EF4-FFF2-40B4-BE49-F238E27FC236}">
                <a16:creationId xmlns:a16="http://schemas.microsoft.com/office/drawing/2014/main" id="{D8DBA429-6191-1FA0-0A5F-9F34AFC319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10" y="3872261"/>
            <a:ext cx="2380950" cy="780951"/>
          </a:xfrm>
          <a:prstGeom prst="rect">
            <a:avLst/>
          </a:prstGeom>
        </p:spPr>
      </p:pic>
      <p:pic>
        <p:nvPicPr>
          <p:cNvPr id="12" name="Picture 11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CACC9435-FC07-3C0A-DB0A-777ACDD203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07" y="2626585"/>
            <a:ext cx="2380952" cy="780952"/>
          </a:xfrm>
          <a:prstGeom prst="rect">
            <a:avLst/>
          </a:prstGeom>
        </p:spPr>
      </p:pic>
      <p:pic>
        <p:nvPicPr>
          <p:cNvPr id="13" name="Picture 12" descr="A black and white rectangle with a shadow&#10;&#10;Description automatically generated">
            <a:extLst>
              <a:ext uri="{FF2B5EF4-FFF2-40B4-BE49-F238E27FC236}">
                <a16:creationId xmlns:a16="http://schemas.microsoft.com/office/drawing/2014/main" id="{1D0D7FFE-3826-51A9-2151-6DC76EDD62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693" y="1374436"/>
            <a:ext cx="2380950" cy="78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82CC1D-BA8A-650A-4779-C344E44B255A}"/>
              </a:ext>
            </a:extLst>
          </p:cNvPr>
          <p:cNvSpPr txBox="1"/>
          <p:nvPr/>
        </p:nvSpPr>
        <p:spPr>
          <a:xfrm>
            <a:off x="6310407" y="1580246"/>
            <a:ext cx="203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Pokédex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C8622D-3CF8-471E-3002-5009D1EEBDE4}"/>
              </a:ext>
            </a:extLst>
          </p:cNvPr>
          <p:cNvSpPr txBox="1"/>
          <p:nvPr/>
        </p:nvSpPr>
        <p:spPr>
          <a:xfrm>
            <a:off x="6319931" y="2855313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7FE979-45C3-E1C5-86FD-4DE382A24709}"/>
              </a:ext>
            </a:extLst>
          </p:cNvPr>
          <p:cNvSpPr txBox="1"/>
          <p:nvPr/>
        </p:nvSpPr>
        <p:spPr>
          <a:xfrm>
            <a:off x="6310407" y="4130415"/>
            <a:ext cx="203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About the Devs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5178EA-240C-0DAF-1ABA-815725B3D54B}"/>
              </a:ext>
            </a:extLst>
          </p:cNvPr>
          <p:cNvSpPr txBox="1"/>
          <p:nvPr/>
        </p:nvSpPr>
        <p:spPr>
          <a:xfrm>
            <a:off x="9685235" y="1614747"/>
            <a:ext cx="17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291DF0-3A73-7841-BD39-0D5B900758D8}"/>
              </a:ext>
            </a:extLst>
          </p:cNvPr>
          <p:cNvSpPr txBox="1"/>
          <p:nvPr/>
        </p:nvSpPr>
        <p:spPr>
          <a:xfrm>
            <a:off x="9472058" y="2920684"/>
            <a:ext cx="223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Who’s that Pokémon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5055FE-86B7-A97E-9648-5B8D195BE74F}"/>
              </a:ext>
            </a:extLst>
          </p:cNvPr>
          <p:cNvSpPr txBox="1"/>
          <p:nvPr/>
        </p:nvSpPr>
        <p:spPr>
          <a:xfrm>
            <a:off x="9578860" y="4149284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559088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120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Garg, Satyam</dc:creator>
  <cp:lastModifiedBy>Garg, Satyam</cp:lastModifiedBy>
  <cp:revision>4</cp:revision>
  <dcterms:created xsi:type="dcterms:W3CDTF">2024-11-26T00:51:59Z</dcterms:created>
  <dcterms:modified xsi:type="dcterms:W3CDTF">2024-12-03T04:35:45Z</dcterms:modified>
</cp:coreProperties>
</file>